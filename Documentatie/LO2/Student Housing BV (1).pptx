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7" r:id="rId6"/>
    <p:sldId id="266" r:id="rId7"/>
    <p:sldId id="260" r:id="rId8"/>
    <p:sldId id="264" r:id="rId9"/>
    <p:sldId id="265" r:id="rId10"/>
    <p:sldId id="262" r:id="rId11"/>
    <p:sldId id="261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050AAF-49C6-4697-9311-D87FDD3B63D3}" v="6" dt="2025-11-14T08:33:27.9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28" autoAdjust="0"/>
    <p:restoredTop sz="94660"/>
  </p:normalViewPr>
  <p:slideViewPr>
    <p:cSldViewPr snapToGrid="0">
      <p:cViewPr varScale="1">
        <p:scale>
          <a:sx n="78" d="100"/>
          <a:sy n="78" d="100"/>
        </p:scale>
        <p:origin x="62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my de Jong" userId="3545d30763cfc2ff" providerId="LiveId" clId="{BFAF1D00-2C6E-4CE2-B2F2-0DDF39A61721}"/>
    <pc:docChg chg="undo custSel addSld modSld">
      <pc:chgData name="Romy de Jong" userId="3545d30763cfc2ff" providerId="LiveId" clId="{BFAF1D00-2C6E-4CE2-B2F2-0DDF39A61721}" dt="2025-11-14T08:37:00.350" v="1360" actId="207"/>
      <pc:docMkLst>
        <pc:docMk/>
      </pc:docMkLst>
      <pc:sldChg chg="addSp delSp modSp new mod">
        <pc:chgData name="Romy de Jong" userId="3545d30763cfc2ff" providerId="LiveId" clId="{BFAF1D00-2C6E-4CE2-B2F2-0DDF39A61721}" dt="2025-11-14T08:34:01.670" v="1276" actId="403"/>
        <pc:sldMkLst>
          <pc:docMk/>
          <pc:sldMk cId="3149306610" sldId="256"/>
        </pc:sldMkLst>
        <pc:spChg chg="mod">
          <ac:chgData name="Romy de Jong" userId="3545d30763cfc2ff" providerId="LiveId" clId="{BFAF1D00-2C6E-4CE2-B2F2-0DDF39A61721}" dt="2025-11-14T08:22:26.103" v="107" actId="20577"/>
          <ac:spMkLst>
            <pc:docMk/>
            <pc:sldMk cId="3149306610" sldId="256"/>
            <ac:spMk id="2" creationId="{3B340937-B797-6F53-5DC7-29EE426717AD}"/>
          </ac:spMkLst>
        </pc:spChg>
        <pc:spChg chg="mod">
          <ac:chgData name="Romy de Jong" userId="3545d30763cfc2ff" providerId="LiveId" clId="{BFAF1D00-2C6E-4CE2-B2F2-0DDF39A61721}" dt="2025-11-14T08:34:01.670" v="1276" actId="403"/>
          <ac:spMkLst>
            <pc:docMk/>
            <pc:sldMk cId="3149306610" sldId="256"/>
            <ac:spMk id="3" creationId="{7FBAFEF0-A7CD-9687-D8FE-201C7A6F0589}"/>
          </ac:spMkLst>
        </pc:spChg>
        <pc:spChg chg="add del mod">
          <ac:chgData name="Romy de Jong" userId="3545d30763cfc2ff" providerId="LiveId" clId="{BFAF1D00-2C6E-4CE2-B2F2-0DDF39A61721}" dt="2025-11-14T08:33:29.541" v="1263" actId="478"/>
          <ac:spMkLst>
            <pc:docMk/>
            <pc:sldMk cId="3149306610" sldId="256"/>
            <ac:spMk id="4" creationId="{B27DD0E1-4291-BE83-D4B6-ABE83D1B42A5}"/>
          </ac:spMkLst>
        </pc:spChg>
      </pc:sldChg>
      <pc:sldChg chg="modSp new mod">
        <pc:chgData name="Romy de Jong" userId="3545d30763cfc2ff" providerId="LiveId" clId="{BFAF1D00-2C6E-4CE2-B2F2-0DDF39A61721}" dt="2025-11-14T08:34:16.250" v="1277" actId="20577"/>
        <pc:sldMkLst>
          <pc:docMk/>
          <pc:sldMk cId="4261996897" sldId="257"/>
        </pc:sldMkLst>
        <pc:spChg chg="mod">
          <ac:chgData name="Romy de Jong" userId="3545d30763cfc2ff" providerId="LiveId" clId="{BFAF1D00-2C6E-4CE2-B2F2-0DDF39A61721}" dt="2025-11-14T08:22:32.557" v="122" actId="20577"/>
          <ac:spMkLst>
            <pc:docMk/>
            <pc:sldMk cId="4261996897" sldId="257"/>
            <ac:spMk id="2" creationId="{DF20872D-45F3-1421-F870-D1A5D5D1CF13}"/>
          </ac:spMkLst>
        </pc:spChg>
        <pc:spChg chg="mod">
          <ac:chgData name="Romy de Jong" userId="3545d30763cfc2ff" providerId="LiveId" clId="{BFAF1D00-2C6E-4CE2-B2F2-0DDF39A61721}" dt="2025-11-14T08:34:16.250" v="1277" actId="20577"/>
          <ac:spMkLst>
            <pc:docMk/>
            <pc:sldMk cId="4261996897" sldId="257"/>
            <ac:spMk id="3" creationId="{BBC2AB83-0B45-98E4-5FF0-497C313DC2EA}"/>
          </ac:spMkLst>
        </pc:spChg>
      </pc:sldChg>
      <pc:sldChg chg="modSp new mod">
        <pc:chgData name="Romy de Jong" userId="3545d30763cfc2ff" providerId="LiveId" clId="{BFAF1D00-2C6E-4CE2-B2F2-0DDF39A61721}" dt="2025-11-14T08:34:25.662" v="1279" actId="20577"/>
        <pc:sldMkLst>
          <pc:docMk/>
          <pc:sldMk cId="904104183" sldId="258"/>
        </pc:sldMkLst>
        <pc:spChg chg="mod">
          <ac:chgData name="Romy de Jong" userId="3545d30763cfc2ff" providerId="LiveId" clId="{BFAF1D00-2C6E-4CE2-B2F2-0DDF39A61721}" dt="2025-11-14T08:26:58.499" v="664" actId="20577"/>
          <ac:spMkLst>
            <pc:docMk/>
            <pc:sldMk cId="904104183" sldId="258"/>
            <ac:spMk id="2" creationId="{B7CE557A-04DB-DD99-14A6-97B083AE2A45}"/>
          </ac:spMkLst>
        </pc:spChg>
        <pc:spChg chg="mod">
          <ac:chgData name="Romy de Jong" userId="3545d30763cfc2ff" providerId="LiveId" clId="{BFAF1D00-2C6E-4CE2-B2F2-0DDF39A61721}" dt="2025-11-14T08:34:25.662" v="1279" actId="20577"/>
          <ac:spMkLst>
            <pc:docMk/>
            <pc:sldMk cId="904104183" sldId="258"/>
            <ac:spMk id="3" creationId="{EDB0B708-8DA6-0877-1772-61FB2ECF0A39}"/>
          </ac:spMkLst>
        </pc:spChg>
      </pc:sldChg>
      <pc:sldChg chg="modSp new mod">
        <pc:chgData name="Romy de Jong" userId="3545d30763cfc2ff" providerId="LiveId" clId="{BFAF1D00-2C6E-4CE2-B2F2-0DDF39A61721}" dt="2025-11-14T08:35:27.113" v="1333" actId="313"/>
        <pc:sldMkLst>
          <pc:docMk/>
          <pc:sldMk cId="2604541599" sldId="259"/>
        </pc:sldMkLst>
        <pc:spChg chg="mod">
          <ac:chgData name="Romy de Jong" userId="3545d30763cfc2ff" providerId="LiveId" clId="{BFAF1D00-2C6E-4CE2-B2F2-0DDF39A61721}" dt="2025-11-14T08:31:39.414" v="1181" actId="5793"/>
          <ac:spMkLst>
            <pc:docMk/>
            <pc:sldMk cId="2604541599" sldId="259"/>
            <ac:spMk id="2" creationId="{CCD983CB-30FA-531B-62D9-FE6D7FECA12F}"/>
          </ac:spMkLst>
        </pc:spChg>
        <pc:spChg chg="mod">
          <ac:chgData name="Romy de Jong" userId="3545d30763cfc2ff" providerId="LiveId" clId="{BFAF1D00-2C6E-4CE2-B2F2-0DDF39A61721}" dt="2025-11-14T08:35:27.113" v="1333" actId="313"/>
          <ac:spMkLst>
            <pc:docMk/>
            <pc:sldMk cId="2604541599" sldId="259"/>
            <ac:spMk id="3" creationId="{B6CDE3E0-0D46-E34A-4CD6-3310C5BA9A11}"/>
          </ac:spMkLst>
        </pc:spChg>
      </pc:sldChg>
      <pc:sldChg chg="modSp new mod">
        <pc:chgData name="Romy de Jong" userId="3545d30763cfc2ff" providerId="LiveId" clId="{BFAF1D00-2C6E-4CE2-B2F2-0DDF39A61721}" dt="2025-11-14T08:37:00.350" v="1360" actId="207"/>
        <pc:sldMkLst>
          <pc:docMk/>
          <pc:sldMk cId="1183582914" sldId="260"/>
        </pc:sldMkLst>
        <pc:spChg chg="mod">
          <ac:chgData name="Romy de Jong" userId="3545d30763cfc2ff" providerId="LiveId" clId="{BFAF1D00-2C6E-4CE2-B2F2-0DDF39A61721}" dt="2025-11-14T08:31:43.417" v="1188" actId="5793"/>
          <ac:spMkLst>
            <pc:docMk/>
            <pc:sldMk cId="1183582914" sldId="260"/>
            <ac:spMk id="2" creationId="{3852FBD2-9BDF-A73C-AD8B-96FB638CE657}"/>
          </ac:spMkLst>
        </pc:spChg>
        <pc:spChg chg="mod">
          <ac:chgData name="Romy de Jong" userId="3545d30763cfc2ff" providerId="LiveId" clId="{BFAF1D00-2C6E-4CE2-B2F2-0DDF39A61721}" dt="2025-11-14T08:37:00.350" v="1360" actId="207"/>
          <ac:spMkLst>
            <pc:docMk/>
            <pc:sldMk cId="1183582914" sldId="260"/>
            <ac:spMk id="3" creationId="{0323E64C-A745-98DA-6986-4BEDE6C3BA1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nl-NL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2773D6D8-FFBF-4B0F-8CCD-B1BAF10EE17A}" type="datetimeFigureOut">
              <a:rPr lang="nl-NL" smtClean="0"/>
              <a:t>5-12-2025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1259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3D6D8-FFBF-4B0F-8CCD-B1BAF10EE17A}" type="datetimeFigureOut">
              <a:rPr lang="nl-NL" smtClean="0"/>
              <a:t>5-12-2025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7258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k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2773D6D8-FFBF-4B0F-8CCD-B1BAF10EE17A}" type="datetimeFigureOut">
              <a:rPr lang="nl-NL" smtClean="0"/>
              <a:t>5-12-2025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9702951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3D6D8-FFBF-4B0F-8CCD-B1BAF10EE17A}" type="datetimeFigureOut">
              <a:rPr lang="nl-NL" smtClean="0"/>
              <a:t>5-12-2025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07491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3D6D8-FFBF-4B0F-8CCD-B1BAF10EE17A}" type="datetimeFigureOut">
              <a:rPr lang="nl-NL" smtClean="0"/>
              <a:t>5-12-2025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53900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3D6D8-FFBF-4B0F-8CCD-B1BAF10EE17A}" type="datetimeFigureOut">
              <a:rPr lang="nl-NL" smtClean="0"/>
              <a:t>5-12-2025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9862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3D6D8-FFBF-4B0F-8CCD-B1BAF10EE17A}" type="datetimeFigureOut">
              <a:rPr lang="nl-NL" smtClean="0"/>
              <a:t>5-12-2025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60249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2773D6D8-FFBF-4B0F-8CCD-B1BAF10EE17A}" type="datetimeFigureOut">
              <a:rPr lang="nl-NL" smtClean="0"/>
              <a:t>5-12-2025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98276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2773D6D8-FFBF-4B0F-8CCD-B1BAF10EE17A}" type="datetimeFigureOut">
              <a:rPr lang="nl-NL" smtClean="0"/>
              <a:t>5-12-2025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281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3D6D8-FFBF-4B0F-8CCD-B1BAF10EE17A}" type="datetimeFigureOut">
              <a:rPr lang="nl-NL" smtClean="0"/>
              <a:t>5-12-2025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96973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3D6D8-FFBF-4B0F-8CCD-B1BAF10EE17A}" type="datetimeFigureOut">
              <a:rPr lang="nl-NL" smtClean="0"/>
              <a:t>5-12-2025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06222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2773D6D8-FFBF-4B0F-8CCD-B1BAF10EE17A}" type="datetimeFigureOut">
              <a:rPr lang="nl-NL" smtClean="0"/>
              <a:t>5-12-2025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nl-NL"/>
          </a:p>
        </p:txBody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32745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hoek 7">
            <a:extLst>
              <a:ext uri="{FF2B5EF4-FFF2-40B4-BE49-F238E27FC236}">
                <a16:creationId xmlns:a16="http://schemas.microsoft.com/office/drawing/2014/main" id="{F84CA21B-1C23-491C-7994-03671F7FDD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FBAFEF0-A7CD-9687-D8FE-201C7A6F0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9010" y="6334919"/>
            <a:ext cx="11313979" cy="1655762"/>
          </a:xfrm>
        </p:spPr>
        <p:txBody>
          <a:bodyPr>
            <a:normAutofit/>
          </a:bodyPr>
          <a:lstStyle/>
          <a:p>
            <a:pPr algn="l"/>
            <a:r>
              <a:rPr lang="nl-NL" sz="1600" b="0" dirty="0"/>
              <a:t>programeer duivels | groep 1 </a:t>
            </a:r>
          </a:p>
        </p:txBody>
      </p:sp>
      <p:pic>
        <p:nvPicPr>
          <p:cNvPr id="10" name="Afbeelding 9" descr="Afbeelding met Lettertype, logo, Graphics, tekst&#10;&#10;Door AI gegenereerde inhoud is mogelijk onjuist.">
            <a:extLst>
              <a:ext uri="{FF2B5EF4-FFF2-40B4-BE49-F238E27FC236}">
                <a16:creationId xmlns:a16="http://schemas.microsoft.com/office/drawing/2014/main" id="{AE487C24-617B-34F0-DD1F-FC2D2AF4E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046" y="1048047"/>
            <a:ext cx="4761905" cy="47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306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20872D-45F3-1421-F870-D1A5D5D1C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Het probleem.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BC2AB83-0B45-98E4-5FF0-497C313DC2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nl-NL" i="1" dirty="0"/>
              <a:t>“We, Student </a:t>
            </a:r>
            <a:r>
              <a:rPr lang="nl-NL" i="1" dirty="0" err="1"/>
              <a:t>Housing</a:t>
            </a:r>
            <a:r>
              <a:rPr lang="nl-NL" i="1" dirty="0"/>
              <a:t> B.V., </a:t>
            </a:r>
            <a:r>
              <a:rPr lang="nl-NL" i="1" dirty="0" err="1"/>
              <a:t>own</a:t>
            </a:r>
            <a:r>
              <a:rPr lang="nl-NL" i="1" dirty="0"/>
              <a:t> different buildings </a:t>
            </a:r>
            <a:r>
              <a:rPr lang="nl-NL" i="1" dirty="0" err="1"/>
              <a:t>where</a:t>
            </a:r>
            <a:r>
              <a:rPr lang="nl-NL" i="1" dirty="0"/>
              <a:t> </a:t>
            </a:r>
            <a:r>
              <a:rPr lang="nl-NL" i="1" dirty="0" err="1"/>
              <a:t>students</a:t>
            </a:r>
            <a:r>
              <a:rPr lang="nl-NL" i="1" dirty="0"/>
              <a:t> (</a:t>
            </a:r>
            <a:r>
              <a:rPr lang="nl-NL" i="1" dirty="0" err="1"/>
              <a:t>our</a:t>
            </a:r>
            <a:r>
              <a:rPr lang="nl-NL" i="1" dirty="0"/>
              <a:t> clients) </a:t>
            </a:r>
            <a:r>
              <a:rPr lang="nl-NL" i="1" dirty="0" err="1"/>
              <a:t>can</a:t>
            </a:r>
            <a:r>
              <a:rPr lang="nl-NL" i="1" dirty="0"/>
              <a:t> </a:t>
            </a:r>
            <a:r>
              <a:rPr lang="nl-NL" i="1" dirty="0" err="1"/>
              <a:t>stay</a:t>
            </a:r>
            <a:r>
              <a:rPr lang="nl-NL" i="1" dirty="0"/>
              <a:t> </a:t>
            </a:r>
            <a:r>
              <a:rPr lang="nl-NL" i="1" dirty="0" err="1"/>
              <a:t>during</a:t>
            </a:r>
            <a:r>
              <a:rPr lang="nl-NL" i="1" dirty="0"/>
              <a:t> </a:t>
            </a:r>
            <a:r>
              <a:rPr lang="nl-NL" i="1" dirty="0" err="1"/>
              <a:t>their</a:t>
            </a:r>
            <a:r>
              <a:rPr lang="nl-NL" i="1" dirty="0"/>
              <a:t> </a:t>
            </a:r>
            <a:r>
              <a:rPr lang="nl-NL" i="1" dirty="0" err="1"/>
              <a:t>study</a:t>
            </a:r>
            <a:r>
              <a:rPr lang="nl-NL" i="1" dirty="0"/>
              <a:t> in </a:t>
            </a:r>
            <a:r>
              <a:rPr lang="nl-NL" i="1" dirty="0" err="1"/>
              <a:t>the</a:t>
            </a:r>
            <a:r>
              <a:rPr lang="nl-NL" i="1" dirty="0"/>
              <a:t> Netherlands. </a:t>
            </a:r>
            <a:r>
              <a:rPr lang="nl-NL" i="1" dirty="0" err="1"/>
              <a:t>Currently</a:t>
            </a:r>
            <a:r>
              <a:rPr lang="nl-NL" i="1" dirty="0"/>
              <a:t> we </a:t>
            </a:r>
            <a:r>
              <a:rPr lang="nl-NL" i="1" dirty="0" err="1"/>
              <a:t>use</a:t>
            </a:r>
            <a:r>
              <a:rPr lang="nl-NL" i="1" dirty="0"/>
              <a:t> </a:t>
            </a:r>
            <a:r>
              <a:rPr lang="nl-NL" i="1" dirty="0" err="1"/>
              <a:t>an</a:t>
            </a:r>
            <a:r>
              <a:rPr lang="nl-NL" i="1" dirty="0"/>
              <a:t> </a:t>
            </a:r>
            <a:r>
              <a:rPr lang="nl-NL" i="1" dirty="0" err="1"/>
              <a:t>old</a:t>
            </a:r>
            <a:r>
              <a:rPr lang="nl-NL" i="1" dirty="0"/>
              <a:t> system </a:t>
            </a:r>
            <a:r>
              <a:rPr lang="nl-NL" i="1" dirty="0" err="1"/>
              <a:t>with</a:t>
            </a:r>
            <a:r>
              <a:rPr lang="nl-NL" i="1" dirty="0"/>
              <a:t> </a:t>
            </a:r>
            <a:r>
              <a:rPr lang="nl-NL" i="1" dirty="0" err="1"/>
              <a:t>which</a:t>
            </a:r>
            <a:r>
              <a:rPr lang="nl-NL" i="1" dirty="0"/>
              <a:t> we are </a:t>
            </a:r>
            <a:r>
              <a:rPr lang="nl-NL" i="1" dirty="0" err="1"/>
              <a:t>not</a:t>
            </a:r>
            <a:r>
              <a:rPr lang="nl-NL" i="1" dirty="0"/>
              <a:t> happy, </a:t>
            </a:r>
            <a:r>
              <a:rPr lang="nl-NL" i="1" dirty="0" err="1"/>
              <a:t>so</a:t>
            </a:r>
            <a:r>
              <a:rPr lang="nl-NL" i="1" dirty="0"/>
              <a:t> we </a:t>
            </a:r>
            <a:r>
              <a:rPr lang="nl-NL" i="1" dirty="0" err="1"/>
              <a:t>would</a:t>
            </a:r>
            <a:r>
              <a:rPr lang="nl-NL" i="1" dirty="0"/>
              <a:t> like </a:t>
            </a:r>
            <a:r>
              <a:rPr lang="nl-NL" i="1" dirty="0" err="1"/>
              <a:t>to</a:t>
            </a:r>
            <a:r>
              <a:rPr lang="nl-NL" i="1" dirty="0"/>
              <a:t> transfer </a:t>
            </a:r>
            <a:r>
              <a:rPr lang="nl-NL" i="1" dirty="0" err="1"/>
              <a:t>to</a:t>
            </a:r>
            <a:r>
              <a:rPr lang="nl-NL" i="1" dirty="0"/>
              <a:t> a new </a:t>
            </a:r>
            <a:r>
              <a:rPr lang="nl-NL" i="1" dirty="0" err="1"/>
              <a:t>one</a:t>
            </a:r>
            <a:r>
              <a:rPr lang="nl-NL" i="1" dirty="0"/>
              <a:t>, </a:t>
            </a:r>
            <a:r>
              <a:rPr lang="nl-NL" i="1" dirty="0" err="1"/>
              <a:t>preferably</a:t>
            </a:r>
            <a:r>
              <a:rPr lang="nl-NL" i="1" dirty="0"/>
              <a:t> </a:t>
            </a:r>
            <a:r>
              <a:rPr lang="nl-NL" i="1" dirty="0" err="1"/>
              <a:t>custom</a:t>
            </a:r>
            <a:r>
              <a:rPr lang="nl-NL" i="1" dirty="0"/>
              <a:t> made.”</a:t>
            </a:r>
          </a:p>
          <a:p>
            <a:pPr marL="0" indent="0" algn="ctr">
              <a:buNone/>
            </a:pPr>
            <a:endParaRPr lang="nl-NL" i="1" dirty="0"/>
          </a:p>
          <a:p>
            <a:pPr marL="0" indent="0" algn="ctr">
              <a:buNone/>
            </a:pPr>
            <a:endParaRPr lang="nl-NL" b="1" dirty="0"/>
          </a:p>
          <a:p>
            <a:pPr marL="0" indent="0" algn="ctr">
              <a:buNone/>
            </a:pPr>
            <a:r>
              <a:rPr lang="nl-NL" b="1" dirty="0"/>
              <a:t>Het huidige systeem schiet tekort in het beheren van dagelijkse kwesties. </a:t>
            </a:r>
          </a:p>
          <a:p>
            <a:pPr marL="0" indent="0" algn="ctr">
              <a:buNone/>
            </a:pPr>
            <a:r>
              <a:rPr lang="nl-NL" b="1" dirty="0"/>
              <a:t>Klachten | Ontevreden buren | Verhoogde administratieve druk</a:t>
            </a:r>
          </a:p>
          <a:p>
            <a:pPr marL="0" indent="0">
              <a:buNone/>
            </a:pPr>
            <a:endParaRPr lang="nl-NL" b="1" dirty="0"/>
          </a:p>
          <a:p>
            <a:pPr marL="0" indent="0">
              <a:buNone/>
            </a:pP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4261996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CE557A-04DB-DD99-14A6-97B083AE2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Onze oplossing.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DB0B708-8DA6-0877-1772-61FB2ECF0A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nl-NL" b="1" dirty="0"/>
              <a:t>We willen een MVP ontwikkelen dat het probleem van </a:t>
            </a:r>
          </a:p>
          <a:p>
            <a:pPr marL="0" indent="0" algn="ctr">
              <a:buNone/>
            </a:pPr>
            <a:r>
              <a:rPr lang="nl-NL" b="1" dirty="0"/>
              <a:t>onaangekondigde feestjes aanpakt. </a:t>
            </a:r>
          </a:p>
          <a:p>
            <a:pPr marL="0" indent="0" algn="ctr">
              <a:buNone/>
            </a:pPr>
            <a:endParaRPr lang="nl-NL" b="1" dirty="0"/>
          </a:p>
          <a:p>
            <a:pPr marL="0" indent="0" algn="ctr">
              <a:buNone/>
            </a:pPr>
            <a:r>
              <a:rPr lang="nl-NL" b="1" dirty="0"/>
              <a:t>Evenementen aan te kondigen | Communicatie | Ongewenste situaties</a:t>
            </a:r>
          </a:p>
          <a:p>
            <a:pPr marL="0" indent="0" algn="ctr">
              <a:buNone/>
            </a:pPr>
            <a:endParaRPr lang="nl-NL" b="1" dirty="0"/>
          </a:p>
          <a:p>
            <a:pPr marL="0" indent="0" algn="ctr">
              <a:buNone/>
            </a:pPr>
            <a:endParaRPr lang="nl-NL" b="1" dirty="0"/>
          </a:p>
          <a:p>
            <a:pPr marL="0" indent="0" algn="ctr">
              <a:buNone/>
            </a:pPr>
            <a:r>
              <a:rPr lang="nl-NL" sz="2400" b="1" dirty="0"/>
              <a:t>De oplossing bestaat uit een </a:t>
            </a:r>
            <a:r>
              <a:rPr lang="nl-NL" sz="24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website</a:t>
            </a:r>
            <a:r>
              <a:rPr lang="nl-NL" sz="2400" b="1" dirty="0"/>
              <a:t> gekoppeld aan een </a:t>
            </a:r>
            <a:r>
              <a:rPr lang="nl-NL" sz="24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Arduino</a:t>
            </a:r>
            <a:r>
              <a:rPr lang="nl-NL" sz="2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04104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D983CB-30FA-531B-62D9-FE6D7FECA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Behaald.</a:t>
            </a:r>
          </a:p>
        </p:txBody>
      </p:sp>
      <p:pic>
        <p:nvPicPr>
          <p:cNvPr id="5" name="Afbeelding 4" descr="Afbeelding met tekst, schermopname, Lettertype, ontwerp&#10;&#10;Door AI gegenereerde inhoud is mogelijk onjuist.">
            <a:extLst>
              <a:ext uri="{FF2B5EF4-FFF2-40B4-BE49-F238E27FC236}">
                <a16:creationId xmlns:a16="http://schemas.microsoft.com/office/drawing/2014/main" id="{3B0A4439-F6FE-8BFC-4F99-B6C16E032D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1678" y="1776348"/>
            <a:ext cx="8004173" cy="4230459"/>
          </a:xfrm>
          <a:prstGeom prst="rect">
            <a:avLst/>
          </a:prstGeom>
        </p:spPr>
      </p:pic>
      <p:pic>
        <p:nvPicPr>
          <p:cNvPr id="7" name="Afbeelding 6" descr="Afbeelding met tekst, schermopname, Lettertype, ontwerp&#10;&#10;Door AI gegenereerde inhoud is mogelijk onjuist.">
            <a:extLst>
              <a:ext uri="{FF2B5EF4-FFF2-40B4-BE49-F238E27FC236}">
                <a16:creationId xmlns:a16="http://schemas.microsoft.com/office/drawing/2014/main" id="{6204C63C-F1BA-841F-C2BC-FE67BB957A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53" r="30758" b="27675"/>
          <a:stretch>
            <a:fillRect/>
          </a:stretch>
        </p:blipFill>
        <p:spPr>
          <a:xfrm>
            <a:off x="8525436" y="3431778"/>
            <a:ext cx="2904564" cy="2892285"/>
          </a:xfrm>
          <a:prstGeom prst="rect">
            <a:avLst/>
          </a:prstGeom>
        </p:spPr>
      </p:pic>
      <p:pic>
        <p:nvPicPr>
          <p:cNvPr id="9" name="Afbeelding 8" descr="Afbeelding met tekst, schermopname, ontwerp&#10;&#10;Door AI gegenereerde inhoud is mogelijk onjuist.">
            <a:extLst>
              <a:ext uri="{FF2B5EF4-FFF2-40B4-BE49-F238E27FC236}">
                <a16:creationId xmlns:a16="http://schemas.microsoft.com/office/drawing/2014/main" id="{B65C8D53-CE49-6913-1D50-3BA877B6F2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71" t="1039" r="31141" b="34972"/>
          <a:stretch>
            <a:fillRect/>
          </a:stretch>
        </p:blipFill>
        <p:spPr>
          <a:xfrm>
            <a:off x="8525436" y="596954"/>
            <a:ext cx="2904564" cy="255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541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5F173-7019-D414-8671-E6034A890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fbeelding 10" descr="Afbeelding met tekst, schermopname, Lettertype, ontwerp&#10;&#10;Door AI gegenereerde inhoud is mogelijk onjuist.">
            <a:extLst>
              <a:ext uri="{FF2B5EF4-FFF2-40B4-BE49-F238E27FC236}">
                <a16:creationId xmlns:a16="http://schemas.microsoft.com/office/drawing/2014/main" id="{72679F71-8D57-CC34-8E83-2BD766C32A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567" r="29960" b="30649"/>
          <a:stretch>
            <a:fillRect/>
          </a:stretch>
        </p:blipFill>
        <p:spPr>
          <a:xfrm>
            <a:off x="6411558" y="1280549"/>
            <a:ext cx="4747177" cy="4296901"/>
          </a:xfrm>
          <a:prstGeom prst="rect">
            <a:avLst/>
          </a:prstGeom>
        </p:spPr>
      </p:pic>
      <p:pic>
        <p:nvPicPr>
          <p:cNvPr id="13" name="Afbeelding 12" descr="Afbeelding met tekst, schermopname, Lettertype, ontwerp&#10;&#10;Door AI gegenereerde inhoud is mogelijk onjuist.">
            <a:extLst>
              <a:ext uri="{FF2B5EF4-FFF2-40B4-BE49-F238E27FC236}">
                <a16:creationId xmlns:a16="http://schemas.microsoft.com/office/drawing/2014/main" id="{7E717C9D-6AA7-4445-B5B3-08596A69BE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92" r="29702" b="30825"/>
          <a:stretch>
            <a:fillRect/>
          </a:stretch>
        </p:blipFill>
        <p:spPr>
          <a:xfrm>
            <a:off x="1437938" y="1280549"/>
            <a:ext cx="4747177" cy="429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411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BCAA9-85C8-9A39-CBB1-597CEE09C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1">
            <a:extLst>
              <a:ext uri="{FF2B5EF4-FFF2-40B4-BE49-F238E27FC236}">
                <a16:creationId xmlns:a16="http://schemas.microsoft.com/office/drawing/2014/main" id="{84661CAF-C24A-D001-AD8E-47E86FC82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382384"/>
            <a:ext cx="6555135" cy="5654621"/>
          </a:xfrm>
        </p:spPr>
        <p:txBody>
          <a:bodyPr>
            <a:normAutofit/>
          </a:bodyPr>
          <a:lstStyle/>
          <a:p>
            <a:r>
              <a:rPr lang="nl-NL" sz="14000" dirty="0"/>
              <a:t>Live demo.</a:t>
            </a:r>
          </a:p>
        </p:txBody>
      </p:sp>
    </p:spTree>
    <p:extLst>
      <p:ext uri="{BB962C8B-B14F-4D97-AF65-F5344CB8AC3E}">
        <p14:creationId xmlns:p14="http://schemas.microsoft.com/office/powerpoint/2010/main" val="479111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52FBD2-9BDF-A73C-AD8B-96FB638CE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later.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323E64C-A745-98DA-6986-4BEDE6C3B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NL" b="1" dirty="0">
                <a:solidFill>
                  <a:schemeClr val="tx1"/>
                </a:solidFill>
              </a:rPr>
              <a:t>Een geheel maken</a:t>
            </a:r>
            <a:r>
              <a:rPr lang="nl-NL" b="1" dirty="0"/>
              <a:t>. </a:t>
            </a:r>
            <a:r>
              <a:rPr lang="nl-NL" b="1" dirty="0" err="1">
                <a:solidFill>
                  <a:schemeClr val="accent1"/>
                </a:solidFill>
              </a:rPr>
              <a:t>Back-end</a:t>
            </a:r>
            <a:r>
              <a:rPr lang="nl-NL" b="1" dirty="0">
                <a:solidFill>
                  <a:schemeClr val="accent1"/>
                </a:solidFill>
              </a:rPr>
              <a:t> + </a:t>
            </a:r>
            <a:r>
              <a:rPr lang="nl-NL" b="1" dirty="0" err="1">
                <a:solidFill>
                  <a:schemeClr val="accent1"/>
                </a:solidFill>
              </a:rPr>
              <a:t>Frond</a:t>
            </a:r>
            <a:r>
              <a:rPr lang="nl-NL" b="1" dirty="0">
                <a:solidFill>
                  <a:schemeClr val="accent1"/>
                </a:solidFill>
              </a:rPr>
              <a:t>-end</a:t>
            </a:r>
          </a:p>
          <a:p>
            <a:pPr marL="0" indent="0">
              <a:buNone/>
            </a:pPr>
            <a:endParaRPr lang="nl-NL" b="1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nl-NL" b="1" dirty="0" err="1">
                <a:solidFill>
                  <a:schemeClr val="tx1"/>
                </a:solidFill>
              </a:rPr>
              <a:t>Arduino</a:t>
            </a:r>
            <a:r>
              <a:rPr lang="nl-NL" b="1" dirty="0">
                <a:solidFill>
                  <a:schemeClr val="tx1"/>
                </a:solidFill>
              </a:rPr>
              <a:t> zou doorgezet kunnen worden naar een scherm. </a:t>
            </a:r>
          </a:p>
          <a:p>
            <a:pPr marL="0" indent="0">
              <a:buNone/>
            </a:pPr>
            <a:endParaRPr lang="nl-NL" b="1" dirty="0"/>
          </a:p>
          <a:p>
            <a:pPr marL="0" indent="0">
              <a:buNone/>
            </a:pP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1183582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B81DC-5DCE-588C-B45A-651D1B45B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Afbeelding met tekst, schermopname, geel, software&#10;&#10;Door AI gegenereerde inhoud is mogelijk onjuist.">
            <a:extLst>
              <a:ext uri="{FF2B5EF4-FFF2-40B4-BE49-F238E27FC236}">
                <a16:creationId xmlns:a16="http://schemas.microsoft.com/office/drawing/2014/main" id="{BC9A8300-5A79-39E3-4ABD-EB5BD14C8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5276" y="1238790"/>
            <a:ext cx="6701448" cy="4380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290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6157F-ACD6-3D80-8873-B601ED943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Afbeelding met tekst, schermopname, Website, Webpagina&#10;&#10;Door AI gegenereerde inhoud is mogelijk onjuist.">
            <a:extLst>
              <a:ext uri="{FF2B5EF4-FFF2-40B4-BE49-F238E27FC236}">
                <a16:creationId xmlns:a16="http://schemas.microsoft.com/office/drawing/2014/main" id="{7F9305A0-B0FF-4B0B-A3C2-0F7E6CDED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206" y="323557"/>
            <a:ext cx="5317587" cy="3105443"/>
          </a:xfrm>
          <a:prstGeom prst="rect">
            <a:avLst/>
          </a:prstGeom>
        </p:spPr>
      </p:pic>
      <p:pic>
        <p:nvPicPr>
          <p:cNvPr id="3" name="Afbeelding 2" descr="Afbeelding met tekst, schermopname, Website, Webpagina&#10;&#10;Door AI gegenereerde inhoud is mogelijk onjuist.">
            <a:extLst>
              <a:ext uri="{FF2B5EF4-FFF2-40B4-BE49-F238E27FC236}">
                <a16:creationId xmlns:a16="http://schemas.microsoft.com/office/drawing/2014/main" id="{FE2ED73A-866C-EA5A-48B9-B52DA6C55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818" y="3786205"/>
            <a:ext cx="5151937" cy="302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281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D822E-7B3F-5F92-4E5D-65E36D3D6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F7AB01-95A0-4B3C-3860-0B8CE4C1B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geleerd.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DE7784E-361A-DF35-1D13-9D2B9E8E0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21468163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62FED-0146-E1C6-B4C2-797C17912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hoek 7">
            <a:extLst>
              <a:ext uri="{FF2B5EF4-FFF2-40B4-BE49-F238E27FC236}">
                <a16:creationId xmlns:a16="http://schemas.microsoft.com/office/drawing/2014/main" id="{815FD96C-4726-0CB8-7341-BA86D28F8E8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0" name="Afbeelding 9" descr="Afbeelding met Lettertype, logo, Graphics, tekst&#10;&#10;Door AI gegenereerde inhoud is mogelijk onjuist.">
            <a:extLst>
              <a:ext uri="{FF2B5EF4-FFF2-40B4-BE49-F238E27FC236}">
                <a16:creationId xmlns:a16="http://schemas.microsoft.com/office/drawing/2014/main" id="{23299E92-F6F5-0664-4DC8-DD6C39B21A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046" y="1048047"/>
            <a:ext cx="4761905" cy="47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512598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TM10001106[[fn=Badge]]</Template>
  <TotalTime>54</TotalTime>
  <Words>143</Words>
  <Application>Microsoft Office PowerPoint</Application>
  <PresentationFormat>Breedbeeld</PresentationFormat>
  <Paragraphs>22</Paragraphs>
  <Slides>11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11</vt:i4>
      </vt:variant>
    </vt:vector>
  </HeadingPairs>
  <TitlesOfParts>
    <vt:vector size="15" baseType="lpstr">
      <vt:lpstr>Arial</vt:lpstr>
      <vt:lpstr>Gill Sans MT</vt:lpstr>
      <vt:lpstr>Impact</vt:lpstr>
      <vt:lpstr>Badge</vt:lpstr>
      <vt:lpstr>PowerPoint-presentatie</vt:lpstr>
      <vt:lpstr>Het probleem.</vt:lpstr>
      <vt:lpstr>Onze oplossing.</vt:lpstr>
      <vt:lpstr>Behaald.</vt:lpstr>
      <vt:lpstr>PowerPoint-presentatie</vt:lpstr>
      <vt:lpstr>Live demo.</vt:lpstr>
      <vt:lpstr>later.</vt:lpstr>
      <vt:lpstr>PowerPoint-presentatie</vt:lpstr>
      <vt:lpstr>PowerPoint-presentatie</vt:lpstr>
      <vt:lpstr>geleerd.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Romy de Jong</dc:creator>
  <cp:lastModifiedBy>Romy de Jong</cp:lastModifiedBy>
  <cp:revision>3</cp:revision>
  <dcterms:created xsi:type="dcterms:W3CDTF">2025-11-14T08:18:59Z</dcterms:created>
  <dcterms:modified xsi:type="dcterms:W3CDTF">2025-12-05T09:05:04Z</dcterms:modified>
</cp:coreProperties>
</file>