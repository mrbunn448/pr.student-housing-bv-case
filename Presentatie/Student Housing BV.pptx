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050AAF-49C6-4697-9311-D87FDD3B63D3}" v="7" dt="2025-11-14T08:50:13.6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y de Jong" userId="3545d30763cfc2ff" providerId="LiveId" clId="{BFAF1D00-2C6E-4CE2-B2F2-0DDF39A61721}"/>
    <pc:docChg chg="undo custSel addSld modSld">
      <pc:chgData name="Romy de Jong" userId="3545d30763cfc2ff" providerId="LiveId" clId="{BFAF1D00-2C6E-4CE2-B2F2-0DDF39A61721}" dt="2025-11-14T09:39:48.493" v="1438" actId="20577"/>
      <pc:docMkLst>
        <pc:docMk/>
      </pc:docMkLst>
      <pc:sldChg chg="addSp delSp modSp new mod">
        <pc:chgData name="Romy de Jong" userId="3545d30763cfc2ff" providerId="LiveId" clId="{BFAF1D00-2C6E-4CE2-B2F2-0DDF39A61721}" dt="2025-11-14T09:18:14.035" v="1422" actId="404"/>
        <pc:sldMkLst>
          <pc:docMk/>
          <pc:sldMk cId="3149306610" sldId="256"/>
        </pc:sldMkLst>
        <pc:spChg chg="mod">
          <ac:chgData name="Romy de Jong" userId="3545d30763cfc2ff" providerId="LiveId" clId="{BFAF1D00-2C6E-4CE2-B2F2-0DDF39A61721}" dt="2025-11-14T08:22:26.103" v="107" actId="20577"/>
          <ac:spMkLst>
            <pc:docMk/>
            <pc:sldMk cId="3149306610" sldId="256"/>
            <ac:spMk id="2" creationId="{3B340937-B797-6F53-5DC7-29EE426717AD}"/>
          </ac:spMkLst>
        </pc:spChg>
        <pc:spChg chg="mod">
          <ac:chgData name="Romy de Jong" userId="3545d30763cfc2ff" providerId="LiveId" clId="{BFAF1D00-2C6E-4CE2-B2F2-0DDF39A61721}" dt="2025-11-14T09:18:14.035" v="1422" actId="404"/>
          <ac:spMkLst>
            <pc:docMk/>
            <pc:sldMk cId="3149306610" sldId="256"/>
            <ac:spMk id="3" creationId="{7FBAFEF0-A7CD-9687-D8FE-201C7A6F0589}"/>
          </ac:spMkLst>
        </pc:spChg>
        <pc:spChg chg="add del mod">
          <ac:chgData name="Romy de Jong" userId="3545d30763cfc2ff" providerId="LiveId" clId="{BFAF1D00-2C6E-4CE2-B2F2-0DDF39A61721}" dt="2025-11-14T08:33:29.541" v="1263" actId="478"/>
          <ac:spMkLst>
            <pc:docMk/>
            <pc:sldMk cId="3149306610" sldId="256"/>
            <ac:spMk id="4" creationId="{B27DD0E1-4291-BE83-D4B6-ABE83D1B42A5}"/>
          </ac:spMkLst>
        </pc:spChg>
      </pc:sldChg>
      <pc:sldChg chg="modSp new mod">
        <pc:chgData name="Romy de Jong" userId="3545d30763cfc2ff" providerId="LiveId" clId="{BFAF1D00-2C6E-4CE2-B2F2-0DDF39A61721}" dt="2025-11-14T08:34:16.250" v="1277" actId="20577"/>
        <pc:sldMkLst>
          <pc:docMk/>
          <pc:sldMk cId="4261996897" sldId="257"/>
        </pc:sldMkLst>
        <pc:spChg chg="mod">
          <ac:chgData name="Romy de Jong" userId="3545d30763cfc2ff" providerId="LiveId" clId="{BFAF1D00-2C6E-4CE2-B2F2-0DDF39A61721}" dt="2025-11-14T08:22:32.557" v="122" actId="20577"/>
          <ac:spMkLst>
            <pc:docMk/>
            <pc:sldMk cId="4261996897" sldId="257"/>
            <ac:spMk id="2" creationId="{DF20872D-45F3-1421-F870-D1A5D5D1CF13}"/>
          </ac:spMkLst>
        </pc:spChg>
        <pc:spChg chg="mod">
          <ac:chgData name="Romy de Jong" userId="3545d30763cfc2ff" providerId="LiveId" clId="{BFAF1D00-2C6E-4CE2-B2F2-0DDF39A61721}" dt="2025-11-14T08:34:16.250" v="1277" actId="20577"/>
          <ac:spMkLst>
            <pc:docMk/>
            <pc:sldMk cId="4261996897" sldId="257"/>
            <ac:spMk id="3" creationId="{BBC2AB83-0B45-98E4-5FF0-497C313DC2EA}"/>
          </ac:spMkLst>
        </pc:spChg>
      </pc:sldChg>
      <pc:sldChg chg="addSp delSp modSp new mod">
        <pc:chgData name="Romy de Jong" userId="3545d30763cfc2ff" providerId="LiveId" clId="{BFAF1D00-2C6E-4CE2-B2F2-0DDF39A61721}" dt="2025-11-14T09:39:48.493" v="1438" actId="20577"/>
        <pc:sldMkLst>
          <pc:docMk/>
          <pc:sldMk cId="904104183" sldId="258"/>
        </pc:sldMkLst>
        <pc:spChg chg="mod">
          <ac:chgData name="Romy de Jong" userId="3545d30763cfc2ff" providerId="LiveId" clId="{BFAF1D00-2C6E-4CE2-B2F2-0DDF39A61721}" dt="2025-11-14T08:26:58.499" v="664" actId="20577"/>
          <ac:spMkLst>
            <pc:docMk/>
            <pc:sldMk cId="904104183" sldId="258"/>
            <ac:spMk id="2" creationId="{B7CE557A-04DB-DD99-14A6-97B083AE2A45}"/>
          </ac:spMkLst>
        </pc:spChg>
        <pc:spChg chg="mod">
          <ac:chgData name="Romy de Jong" userId="3545d30763cfc2ff" providerId="LiveId" clId="{BFAF1D00-2C6E-4CE2-B2F2-0DDF39A61721}" dt="2025-11-14T09:39:48.493" v="1438" actId="20577"/>
          <ac:spMkLst>
            <pc:docMk/>
            <pc:sldMk cId="904104183" sldId="258"/>
            <ac:spMk id="3" creationId="{EDB0B708-8DA6-0877-1772-61FB2ECF0A39}"/>
          </ac:spMkLst>
        </pc:spChg>
        <pc:picChg chg="add del">
          <ac:chgData name="Romy de Jong" userId="3545d30763cfc2ff" providerId="LiveId" clId="{BFAF1D00-2C6E-4CE2-B2F2-0DDF39A61721}" dt="2025-11-14T09:00:50.696" v="1369" actId="478"/>
          <ac:picMkLst>
            <pc:docMk/>
            <pc:sldMk cId="904104183" sldId="258"/>
            <ac:picMk id="5" creationId="{45639488-F5ED-83BB-414C-39D8BF4A4B08}"/>
          </ac:picMkLst>
        </pc:picChg>
      </pc:sldChg>
      <pc:sldChg chg="modSp new mod">
        <pc:chgData name="Romy de Jong" userId="3545d30763cfc2ff" providerId="LiveId" clId="{BFAF1D00-2C6E-4CE2-B2F2-0DDF39A61721}" dt="2025-11-14T08:35:27.113" v="1333" actId="313"/>
        <pc:sldMkLst>
          <pc:docMk/>
          <pc:sldMk cId="2604541599" sldId="259"/>
        </pc:sldMkLst>
        <pc:spChg chg="mod">
          <ac:chgData name="Romy de Jong" userId="3545d30763cfc2ff" providerId="LiveId" clId="{BFAF1D00-2C6E-4CE2-B2F2-0DDF39A61721}" dt="2025-11-14T08:31:39.414" v="1181" actId="5793"/>
          <ac:spMkLst>
            <pc:docMk/>
            <pc:sldMk cId="2604541599" sldId="259"/>
            <ac:spMk id="2" creationId="{CCD983CB-30FA-531B-62D9-FE6D7FECA12F}"/>
          </ac:spMkLst>
        </pc:spChg>
        <pc:spChg chg="mod">
          <ac:chgData name="Romy de Jong" userId="3545d30763cfc2ff" providerId="LiveId" clId="{BFAF1D00-2C6E-4CE2-B2F2-0DDF39A61721}" dt="2025-11-14T08:35:27.113" v="1333" actId="313"/>
          <ac:spMkLst>
            <pc:docMk/>
            <pc:sldMk cId="2604541599" sldId="259"/>
            <ac:spMk id="3" creationId="{B6CDE3E0-0D46-E34A-4CD6-3310C5BA9A11}"/>
          </ac:spMkLst>
        </pc:spChg>
      </pc:sldChg>
      <pc:sldChg chg="modSp new mod">
        <pc:chgData name="Romy de Jong" userId="3545d30763cfc2ff" providerId="LiveId" clId="{BFAF1D00-2C6E-4CE2-B2F2-0DDF39A61721}" dt="2025-11-14T08:37:00.350" v="1360" actId="207"/>
        <pc:sldMkLst>
          <pc:docMk/>
          <pc:sldMk cId="1183582914" sldId="260"/>
        </pc:sldMkLst>
        <pc:spChg chg="mod">
          <ac:chgData name="Romy de Jong" userId="3545d30763cfc2ff" providerId="LiveId" clId="{BFAF1D00-2C6E-4CE2-B2F2-0DDF39A61721}" dt="2025-11-14T08:31:43.417" v="1188" actId="5793"/>
          <ac:spMkLst>
            <pc:docMk/>
            <pc:sldMk cId="1183582914" sldId="260"/>
            <ac:spMk id="2" creationId="{3852FBD2-9BDF-A73C-AD8B-96FB638CE657}"/>
          </ac:spMkLst>
        </pc:spChg>
        <pc:spChg chg="mod">
          <ac:chgData name="Romy de Jong" userId="3545d30763cfc2ff" providerId="LiveId" clId="{BFAF1D00-2C6E-4CE2-B2F2-0DDF39A61721}" dt="2025-11-14T08:37:00.350" v="1360" actId="207"/>
          <ac:spMkLst>
            <pc:docMk/>
            <pc:sldMk cId="1183582914" sldId="260"/>
            <ac:spMk id="3" creationId="{0323E64C-A745-98DA-6986-4BEDE6C3BA1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773D6D8-FFBF-4B0F-8CCD-B1BAF10EE17A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CC7501-E161-4946-AB2B-97E2E7DB4867}" type="slidenum">
              <a:rPr lang="nl-NL" smtClean="0"/>
              <a:t>‹nr.›</a:t>
            </a:fld>
            <a:endParaRPr lang="nl-NL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1259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D6D8-FFBF-4B0F-8CCD-B1BAF10EE17A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7501-E161-4946-AB2B-97E2E7DB486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7258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773D6D8-FFBF-4B0F-8CCD-B1BAF10EE17A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CC7501-E161-4946-AB2B-97E2E7DB4867}" type="slidenum">
              <a:rPr lang="nl-NL" smtClean="0"/>
              <a:t>‹nr.›</a:t>
            </a:fld>
            <a:endParaRPr lang="nl-NL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9702951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D6D8-FFBF-4B0F-8CCD-B1BAF10EE17A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7501-E161-4946-AB2B-97E2E7DB486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7491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D6D8-FFBF-4B0F-8CCD-B1BAF10EE17A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7501-E161-4946-AB2B-97E2E7DB486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053900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D6D8-FFBF-4B0F-8CCD-B1BAF10EE17A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7501-E161-4946-AB2B-97E2E7DB486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9862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D6D8-FFBF-4B0F-8CCD-B1BAF10EE17A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7501-E161-4946-AB2B-97E2E7DB486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6024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2773D6D8-FFBF-4B0F-8CCD-B1BAF10EE17A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C1CC7501-E161-4946-AB2B-97E2E7DB4867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98276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2773D6D8-FFBF-4B0F-8CCD-B1BAF10EE17A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C1CC7501-E161-4946-AB2B-97E2E7DB486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828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D6D8-FFBF-4B0F-8CCD-B1BAF10EE17A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7501-E161-4946-AB2B-97E2E7DB486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96973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D6D8-FFBF-4B0F-8CCD-B1BAF10EE17A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7501-E161-4946-AB2B-97E2E7DB486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06222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773D6D8-FFBF-4B0F-8CCD-B1BAF10EE17A}" type="datetimeFigureOut">
              <a:rPr lang="nl-NL" smtClean="0"/>
              <a:t>14-11-2025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1CC7501-E161-4946-AB2B-97E2E7DB4867}" type="slidenum">
              <a:rPr lang="nl-NL" smtClean="0"/>
              <a:t>‹nr.›</a:t>
            </a:fld>
            <a:endParaRPr lang="nl-NL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32745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340937-B797-6F53-5DC7-29EE42671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791" y="1231506"/>
            <a:ext cx="10318418" cy="4394988"/>
          </a:xfrm>
        </p:spPr>
        <p:txBody>
          <a:bodyPr/>
          <a:lstStyle/>
          <a:p>
            <a:r>
              <a:rPr lang="nl-NL" dirty="0">
                <a:solidFill>
                  <a:schemeClr val="tx1"/>
                </a:solidFill>
              </a:rPr>
              <a:t>Student Housing BV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FBAFEF0-A7CD-9687-D8FE-201C7A6F05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010" y="6334919"/>
            <a:ext cx="11313979" cy="1655762"/>
          </a:xfrm>
        </p:spPr>
        <p:txBody>
          <a:bodyPr>
            <a:normAutofit/>
          </a:bodyPr>
          <a:lstStyle/>
          <a:p>
            <a:pPr algn="l"/>
            <a:r>
              <a:rPr lang="nl-NL" sz="1400" b="0" dirty="0"/>
              <a:t>Group: Luuk, Giovanni, Anouk, Sasha, Abdul en Romy</a:t>
            </a:r>
          </a:p>
        </p:txBody>
      </p:sp>
    </p:spTree>
    <p:extLst>
      <p:ext uri="{BB962C8B-B14F-4D97-AF65-F5344CB8AC3E}">
        <p14:creationId xmlns:p14="http://schemas.microsoft.com/office/powerpoint/2010/main" val="3149306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20872D-45F3-1421-F870-D1A5D5D1C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Het probleem.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BC2AB83-0B45-98E4-5FF0-497C313DC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nl-NL" i="1" dirty="0"/>
              <a:t>“We, Student Housing B.V., </a:t>
            </a:r>
            <a:r>
              <a:rPr lang="nl-NL" i="1" dirty="0" err="1"/>
              <a:t>own</a:t>
            </a:r>
            <a:r>
              <a:rPr lang="nl-NL" i="1" dirty="0"/>
              <a:t> different buildings </a:t>
            </a:r>
            <a:r>
              <a:rPr lang="nl-NL" i="1" dirty="0" err="1"/>
              <a:t>where</a:t>
            </a:r>
            <a:r>
              <a:rPr lang="nl-NL" i="1" dirty="0"/>
              <a:t> </a:t>
            </a:r>
            <a:r>
              <a:rPr lang="nl-NL" i="1" dirty="0" err="1"/>
              <a:t>students</a:t>
            </a:r>
            <a:r>
              <a:rPr lang="nl-NL" i="1" dirty="0"/>
              <a:t> (</a:t>
            </a:r>
            <a:r>
              <a:rPr lang="nl-NL" i="1" dirty="0" err="1"/>
              <a:t>our</a:t>
            </a:r>
            <a:r>
              <a:rPr lang="nl-NL" i="1" dirty="0"/>
              <a:t> clients) </a:t>
            </a:r>
            <a:r>
              <a:rPr lang="nl-NL" i="1" dirty="0" err="1"/>
              <a:t>can</a:t>
            </a:r>
            <a:r>
              <a:rPr lang="nl-NL" i="1" dirty="0"/>
              <a:t> </a:t>
            </a:r>
            <a:r>
              <a:rPr lang="nl-NL" i="1" dirty="0" err="1"/>
              <a:t>stay</a:t>
            </a:r>
            <a:r>
              <a:rPr lang="nl-NL" i="1" dirty="0"/>
              <a:t> </a:t>
            </a:r>
            <a:r>
              <a:rPr lang="nl-NL" i="1" dirty="0" err="1"/>
              <a:t>during</a:t>
            </a:r>
            <a:r>
              <a:rPr lang="nl-NL" i="1" dirty="0"/>
              <a:t> </a:t>
            </a:r>
            <a:r>
              <a:rPr lang="nl-NL" i="1" dirty="0" err="1"/>
              <a:t>their</a:t>
            </a:r>
            <a:r>
              <a:rPr lang="nl-NL" i="1" dirty="0"/>
              <a:t> </a:t>
            </a:r>
            <a:r>
              <a:rPr lang="nl-NL" i="1" dirty="0" err="1"/>
              <a:t>study</a:t>
            </a:r>
            <a:r>
              <a:rPr lang="nl-NL" i="1" dirty="0"/>
              <a:t> in </a:t>
            </a:r>
            <a:r>
              <a:rPr lang="nl-NL" i="1" dirty="0" err="1"/>
              <a:t>the</a:t>
            </a:r>
            <a:r>
              <a:rPr lang="nl-NL" i="1" dirty="0"/>
              <a:t> Netherlands. </a:t>
            </a:r>
            <a:r>
              <a:rPr lang="nl-NL" i="1" dirty="0" err="1"/>
              <a:t>Currently</a:t>
            </a:r>
            <a:r>
              <a:rPr lang="nl-NL" i="1" dirty="0"/>
              <a:t> we </a:t>
            </a:r>
            <a:r>
              <a:rPr lang="nl-NL" i="1" dirty="0" err="1"/>
              <a:t>use</a:t>
            </a:r>
            <a:r>
              <a:rPr lang="nl-NL" i="1" dirty="0"/>
              <a:t> </a:t>
            </a:r>
            <a:r>
              <a:rPr lang="nl-NL" i="1" dirty="0" err="1"/>
              <a:t>an</a:t>
            </a:r>
            <a:r>
              <a:rPr lang="nl-NL" i="1" dirty="0"/>
              <a:t> </a:t>
            </a:r>
            <a:r>
              <a:rPr lang="nl-NL" i="1" dirty="0" err="1"/>
              <a:t>old</a:t>
            </a:r>
            <a:r>
              <a:rPr lang="nl-NL" i="1" dirty="0"/>
              <a:t> system </a:t>
            </a:r>
            <a:r>
              <a:rPr lang="nl-NL" i="1" dirty="0" err="1"/>
              <a:t>with</a:t>
            </a:r>
            <a:r>
              <a:rPr lang="nl-NL" i="1" dirty="0"/>
              <a:t> </a:t>
            </a:r>
            <a:r>
              <a:rPr lang="nl-NL" i="1" dirty="0" err="1"/>
              <a:t>which</a:t>
            </a:r>
            <a:r>
              <a:rPr lang="nl-NL" i="1" dirty="0"/>
              <a:t> we are </a:t>
            </a:r>
            <a:r>
              <a:rPr lang="nl-NL" i="1" dirty="0" err="1"/>
              <a:t>not</a:t>
            </a:r>
            <a:r>
              <a:rPr lang="nl-NL" i="1" dirty="0"/>
              <a:t> happy, </a:t>
            </a:r>
            <a:r>
              <a:rPr lang="nl-NL" i="1" dirty="0" err="1"/>
              <a:t>so</a:t>
            </a:r>
            <a:r>
              <a:rPr lang="nl-NL" i="1" dirty="0"/>
              <a:t> we </a:t>
            </a:r>
            <a:r>
              <a:rPr lang="nl-NL" i="1" dirty="0" err="1"/>
              <a:t>would</a:t>
            </a:r>
            <a:r>
              <a:rPr lang="nl-NL" i="1" dirty="0"/>
              <a:t> like </a:t>
            </a:r>
            <a:r>
              <a:rPr lang="nl-NL" i="1" dirty="0" err="1"/>
              <a:t>to</a:t>
            </a:r>
            <a:r>
              <a:rPr lang="nl-NL" i="1" dirty="0"/>
              <a:t> transfer </a:t>
            </a:r>
            <a:r>
              <a:rPr lang="nl-NL" i="1" dirty="0" err="1"/>
              <a:t>to</a:t>
            </a:r>
            <a:r>
              <a:rPr lang="nl-NL" i="1" dirty="0"/>
              <a:t> a new </a:t>
            </a:r>
            <a:r>
              <a:rPr lang="nl-NL" i="1" dirty="0" err="1"/>
              <a:t>one</a:t>
            </a:r>
            <a:r>
              <a:rPr lang="nl-NL" i="1" dirty="0"/>
              <a:t>, </a:t>
            </a:r>
            <a:r>
              <a:rPr lang="nl-NL" i="1" dirty="0" err="1"/>
              <a:t>preferably</a:t>
            </a:r>
            <a:r>
              <a:rPr lang="nl-NL" i="1" dirty="0"/>
              <a:t> </a:t>
            </a:r>
            <a:r>
              <a:rPr lang="nl-NL" i="1" dirty="0" err="1"/>
              <a:t>custom</a:t>
            </a:r>
            <a:r>
              <a:rPr lang="nl-NL" i="1" dirty="0"/>
              <a:t> made.”</a:t>
            </a:r>
          </a:p>
          <a:p>
            <a:pPr marL="0" indent="0" algn="ctr">
              <a:buNone/>
            </a:pPr>
            <a:endParaRPr lang="nl-NL" i="1" dirty="0"/>
          </a:p>
          <a:p>
            <a:pPr marL="0" indent="0" algn="ctr">
              <a:buNone/>
            </a:pPr>
            <a:endParaRPr lang="nl-NL" b="1" dirty="0"/>
          </a:p>
          <a:p>
            <a:pPr marL="0" indent="0" algn="ctr">
              <a:buNone/>
            </a:pPr>
            <a:r>
              <a:rPr lang="nl-NL" b="1" dirty="0"/>
              <a:t>Het huidige systeem schiet tekort in het beheren van dagelijkse kwesties. </a:t>
            </a:r>
          </a:p>
          <a:p>
            <a:pPr marL="0" indent="0" algn="ctr">
              <a:buNone/>
            </a:pPr>
            <a:r>
              <a:rPr lang="nl-NL" b="1" dirty="0"/>
              <a:t>Klachten | Ontevreden buren | Verhoogde administratieve druk</a:t>
            </a:r>
          </a:p>
          <a:p>
            <a:pPr marL="0" indent="0">
              <a:buNone/>
            </a:pPr>
            <a:endParaRPr lang="nl-NL" b="1" dirty="0"/>
          </a:p>
          <a:p>
            <a:pPr marL="0" indent="0">
              <a:buNone/>
            </a:pP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4261996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CE557A-04DB-DD99-14A6-97B083AE2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Onze oplossing.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DB0B708-8DA6-0877-1772-61FB2ECF0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nl-NL" b="1" dirty="0"/>
              <a:t>We willen een Demo ontwikkelen dat het probleem van </a:t>
            </a:r>
          </a:p>
          <a:p>
            <a:pPr marL="0" indent="0" algn="ctr">
              <a:buNone/>
            </a:pPr>
            <a:r>
              <a:rPr lang="nl-NL" b="1" dirty="0"/>
              <a:t>onaangekondigde feestjes aanpakt. </a:t>
            </a:r>
          </a:p>
          <a:p>
            <a:pPr marL="0" indent="0" algn="ctr">
              <a:buNone/>
            </a:pPr>
            <a:endParaRPr lang="nl-NL" b="1" dirty="0"/>
          </a:p>
          <a:p>
            <a:pPr marL="0" indent="0" algn="ctr">
              <a:buNone/>
            </a:pPr>
            <a:r>
              <a:rPr lang="nl-NL" b="1" dirty="0"/>
              <a:t>Evenementen aan te kondigen | Communicatie | Ongewenste situaties</a:t>
            </a:r>
          </a:p>
          <a:p>
            <a:pPr marL="0" indent="0" algn="ctr">
              <a:buNone/>
            </a:pPr>
            <a:endParaRPr lang="nl-NL" b="1" dirty="0"/>
          </a:p>
          <a:p>
            <a:pPr marL="0" indent="0" algn="ctr">
              <a:buNone/>
            </a:pPr>
            <a:endParaRPr lang="nl-NL" b="1" dirty="0"/>
          </a:p>
          <a:p>
            <a:pPr marL="0" indent="0" algn="ctr">
              <a:buNone/>
            </a:pPr>
            <a:r>
              <a:rPr lang="nl-NL" sz="2400" b="1" dirty="0"/>
              <a:t>De oplossing bestaat uit een </a:t>
            </a:r>
            <a:r>
              <a:rPr lang="nl-NL" sz="24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website</a:t>
            </a:r>
            <a:r>
              <a:rPr lang="nl-NL" sz="2400" b="1" dirty="0"/>
              <a:t> gekoppeld aan een </a:t>
            </a:r>
            <a:r>
              <a:rPr lang="nl-NL" sz="24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Arduino</a:t>
            </a:r>
            <a:endParaRPr lang="nl-NL" sz="2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0" indent="0" algn="ctr">
              <a:buNone/>
            </a:pPr>
            <a:endParaRPr lang="nl-NL" sz="2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0" indent="0" algn="ctr">
              <a:buNone/>
            </a:pPr>
            <a:endParaRPr lang="nl-NL" sz="2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0" indent="0" algn="ctr">
              <a:buNone/>
            </a:pPr>
            <a:r>
              <a:rPr lang="nl-NL" sz="19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Software | Technologie | Media</a:t>
            </a:r>
            <a:r>
              <a:rPr lang="nl-NL" sz="19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nl-NL" sz="1900" b="1">
                <a:solidFill>
                  <a:schemeClr val="tx2">
                    <a:lumMod val="50000"/>
                    <a:lumOff val="50000"/>
                  </a:schemeClr>
                </a:solidFill>
              </a:rPr>
              <a:t>| </a:t>
            </a:r>
            <a:r>
              <a:rPr lang="nl-NL" sz="1900" i="1">
                <a:solidFill>
                  <a:schemeClr val="tx2">
                    <a:lumMod val="50000"/>
                    <a:lumOff val="50000"/>
                  </a:schemeClr>
                </a:solidFill>
              </a:rPr>
              <a:t>Business</a:t>
            </a:r>
            <a:endParaRPr lang="nl-NL" sz="19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104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D983CB-30FA-531B-62D9-FE6D7FECA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Nu.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6CDE3E0-0D46-E34A-4CD6-3310C5BA9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b="1" dirty="0"/>
              <a:t>Samenwerking Contract</a:t>
            </a:r>
          </a:p>
          <a:p>
            <a:pPr marL="0" indent="0">
              <a:buNone/>
            </a:pPr>
            <a:r>
              <a:rPr lang="nl-NL" b="1" dirty="0"/>
              <a:t>Analyse + Advies</a:t>
            </a:r>
          </a:p>
          <a:p>
            <a:pPr marL="0" indent="0">
              <a:buNone/>
            </a:pPr>
            <a:r>
              <a:rPr lang="nl-NL" b="1" dirty="0"/>
              <a:t>GitHub</a:t>
            </a:r>
          </a:p>
          <a:p>
            <a:pPr marL="0" indent="0">
              <a:buNone/>
            </a:pP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2604541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52FBD2-9BDF-A73C-AD8B-96FB638CE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Later.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323E64C-A745-98DA-6986-4BEDE6C3B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b="1" dirty="0"/>
              <a:t>Planning</a:t>
            </a:r>
          </a:p>
          <a:p>
            <a:pPr marL="0" indent="0">
              <a:buNone/>
            </a:pPr>
            <a:r>
              <a:rPr lang="nl-NL" b="1" dirty="0"/>
              <a:t>Design &gt; </a:t>
            </a:r>
            <a:r>
              <a:rPr lang="nl-NL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REALISATIE</a:t>
            </a:r>
          </a:p>
          <a:p>
            <a:pPr marL="0" indent="0">
              <a:buNone/>
            </a:pP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183582914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305</TotalTime>
  <Words>150</Words>
  <Application>Microsoft Office PowerPoint</Application>
  <PresentationFormat>Breedbeeld</PresentationFormat>
  <Paragraphs>26</Paragraphs>
  <Slides>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</vt:i4>
      </vt:variant>
    </vt:vector>
  </HeadingPairs>
  <TitlesOfParts>
    <vt:vector size="9" baseType="lpstr">
      <vt:lpstr>Arial</vt:lpstr>
      <vt:lpstr>Gill Sans MT</vt:lpstr>
      <vt:lpstr>Impact</vt:lpstr>
      <vt:lpstr>Badge</vt:lpstr>
      <vt:lpstr>Student Housing BV</vt:lpstr>
      <vt:lpstr>Het probleem.</vt:lpstr>
      <vt:lpstr>Onze oplossing.</vt:lpstr>
      <vt:lpstr>Nu.</vt:lpstr>
      <vt:lpstr>Later.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Romy de Jong</dc:creator>
  <cp:lastModifiedBy>Romy de Jong</cp:lastModifiedBy>
  <cp:revision>1</cp:revision>
  <dcterms:created xsi:type="dcterms:W3CDTF">2025-11-14T08:18:59Z</dcterms:created>
  <dcterms:modified xsi:type="dcterms:W3CDTF">2025-11-14T14:23:51Z</dcterms:modified>
</cp:coreProperties>
</file>